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Bold" charset="1" panose="00000800000000000000"/>
      <p:regular r:id="rId13"/>
    </p:embeddedFont>
    <p:embeddedFont>
      <p:font typeface="Quattrocento Bold" charset="1" panose="02020802030000000404"/>
      <p:regular r:id="rId14"/>
    </p:embeddedFont>
    <p:embeddedFont>
      <p:font typeface="Sanchez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12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0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62015">
            <a:off x="10157954" y="2652590"/>
            <a:ext cx="13034898" cy="6446038"/>
          </a:xfrm>
          <a:custGeom>
            <a:avLst/>
            <a:gdLst/>
            <a:ahLst/>
            <a:cxnLst/>
            <a:rect r="r" b="b" t="t" l="l"/>
            <a:pathLst>
              <a:path h="6446038" w="13034898">
                <a:moveTo>
                  <a:pt x="0" y="0"/>
                </a:moveTo>
                <a:lnTo>
                  <a:pt x="13034898" y="0"/>
                </a:lnTo>
                <a:lnTo>
                  <a:pt x="13034898" y="6446038"/>
                </a:lnTo>
                <a:lnTo>
                  <a:pt x="0" y="6446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34" b="-1294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492416">
            <a:off x="-4102332" y="4826625"/>
            <a:ext cx="13034898" cy="6446038"/>
          </a:xfrm>
          <a:custGeom>
            <a:avLst/>
            <a:gdLst/>
            <a:ahLst/>
            <a:cxnLst/>
            <a:rect r="r" b="b" t="t" l="l"/>
            <a:pathLst>
              <a:path h="6446038" w="13034898">
                <a:moveTo>
                  <a:pt x="0" y="0"/>
                </a:moveTo>
                <a:lnTo>
                  <a:pt x="13034898" y="0"/>
                </a:lnTo>
                <a:lnTo>
                  <a:pt x="13034898" y="6446039"/>
                </a:lnTo>
                <a:lnTo>
                  <a:pt x="0" y="6446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34" b="-12944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11200" y="-2353991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621428">
            <a:off x="-5698100" y="-3688390"/>
            <a:ext cx="10550923" cy="11871643"/>
          </a:xfrm>
          <a:custGeom>
            <a:avLst/>
            <a:gdLst/>
            <a:ahLst/>
            <a:cxnLst/>
            <a:rect r="r" b="b" t="t" l="l"/>
            <a:pathLst>
              <a:path h="11871643" w="10550923">
                <a:moveTo>
                  <a:pt x="0" y="0"/>
                </a:moveTo>
                <a:lnTo>
                  <a:pt x="10550923" y="0"/>
                </a:lnTo>
                <a:lnTo>
                  <a:pt x="10550923" y="11871643"/>
                </a:lnTo>
                <a:lnTo>
                  <a:pt x="0" y="118716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50664" y="-2792995"/>
            <a:ext cx="14097816" cy="8229600"/>
          </a:xfrm>
          <a:custGeom>
            <a:avLst/>
            <a:gdLst/>
            <a:ahLst/>
            <a:cxnLst/>
            <a:rect r="r" b="b" t="t" l="l"/>
            <a:pathLst>
              <a:path h="8229600" w="14097816">
                <a:moveTo>
                  <a:pt x="0" y="0"/>
                </a:moveTo>
                <a:lnTo>
                  <a:pt x="14097815" y="0"/>
                </a:lnTo>
                <a:lnTo>
                  <a:pt x="1409781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96501" y="3461647"/>
            <a:ext cx="8894998" cy="347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 spc="3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PASSWORD</a:t>
            </a:r>
          </a:p>
          <a:p>
            <a:pPr algn="ctr">
              <a:lnSpc>
                <a:spcPts val="13999"/>
              </a:lnSpc>
            </a:pPr>
            <a:r>
              <a:rPr lang="en-US" b="true" sz="9999" spc="3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CENTRAL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59481" y="7547928"/>
            <a:ext cx="9569038" cy="89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6"/>
              </a:lnSpc>
            </a:pPr>
            <a:r>
              <a:rPr lang="en-US" b="true" sz="5197" spc="202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CYBER PATRIOTS</a:t>
            </a:r>
          </a:p>
        </p:txBody>
      </p:sp>
      <p:sp>
        <p:nvSpPr>
          <p:cNvPr name="AutoShape 9" id="9"/>
          <p:cNvSpPr/>
          <p:nvPr/>
        </p:nvSpPr>
        <p:spPr>
          <a:xfrm>
            <a:off x="5363614" y="8792932"/>
            <a:ext cx="7526432" cy="0"/>
          </a:xfrm>
          <a:prstGeom prst="line">
            <a:avLst/>
          </a:prstGeom>
          <a:ln cap="flat" w="19050">
            <a:solidFill>
              <a:srgbClr val="95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5371259" y="7306357"/>
            <a:ext cx="7526432" cy="0"/>
          </a:xfrm>
          <a:prstGeom prst="line">
            <a:avLst/>
          </a:prstGeom>
          <a:ln cap="flat" w="19050">
            <a:solidFill>
              <a:srgbClr val="9570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0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05660">
            <a:off x="-1622350" y="8415563"/>
            <a:ext cx="11979038" cy="7127528"/>
          </a:xfrm>
          <a:custGeom>
            <a:avLst/>
            <a:gdLst/>
            <a:ahLst/>
            <a:cxnLst/>
            <a:rect r="r" b="b" t="t" l="l"/>
            <a:pathLst>
              <a:path h="7127528" w="11979038">
                <a:moveTo>
                  <a:pt x="0" y="0"/>
                </a:moveTo>
                <a:lnTo>
                  <a:pt x="11979039" y="0"/>
                </a:lnTo>
                <a:lnTo>
                  <a:pt x="11979039" y="7127527"/>
                </a:lnTo>
                <a:lnTo>
                  <a:pt x="0" y="712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39160" y="3731532"/>
            <a:ext cx="4615409" cy="4203134"/>
            <a:chOff x="0" y="0"/>
            <a:chExt cx="1215581" cy="11069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5581" cy="1106998"/>
            </a:xfrm>
            <a:custGeom>
              <a:avLst/>
              <a:gdLst/>
              <a:ahLst/>
              <a:cxnLst/>
              <a:rect r="r" b="b" t="t" l="l"/>
              <a:pathLst>
                <a:path h="1106998" w="1215581">
                  <a:moveTo>
                    <a:pt x="0" y="0"/>
                  </a:moveTo>
                  <a:lnTo>
                    <a:pt x="1215581" y="0"/>
                  </a:lnTo>
                  <a:lnTo>
                    <a:pt x="1215581" y="1106998"/>
                  </a:lnTo>
                  <a:lnTo>
                    <a:pt x="0" y="1106998"/>
                  </a:lnTo>
                  <a:close/>
                </a:path>
              </a:pathLst>
            </a:custGeom>
            <a:ln w="38100" cap="sq">
              <a:solidFill>
                <a:srgbClr val="EA926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15581" cy="1164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978639">
            <a:off x="1608020" y="8527061"/>
            <a:ext cx="11979038" cy="7127528"/>
          </a:xfrm>
          <a:custGeom>
            <a:avLst/>
            <a:gdLst/>
            <a:ahLst/>
            <a:cxnLst/>
            <a:rect r="r" b="b" t="t" l="l"/>
            <a:pathLst>
              <a:path h="7127528" w="11979038">
                <a:moveTo>
                  <a:pt x="11979038" y="0"/>
                </a:moveTo>
                <a:lnTo>
                  <a:pt x="0" y="0"/>
                </a:lnTo>
                <a:lnTo>
                  <a:pt x="0" y="7127527"/>
                </a:lnTo>
                <a:lnTo>
                  <a:pt x="11979038" y="7127527"/>
                </a:lnTo>
                <a:lnTo>
                  <a:pt x="119790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978639">
            <a:off x="7990915" y="8527061"/>
            <a:ext cx="11979038" cy="7127528"/>
          </a:xfrm>
          <a:custGeom>
            <a:avLst/>
            <a:gdLst/>
            <a:ahLst/>
            <a:cxnLst/>
            <a:rect r="r" b="b" t="t" l="l"/>
            <a:pathLst>
              <a:path h="7127528" w="11979038">
                <a:moveTo>
                  <a:pt x="11979038" y="0"/>
                </a:moveTo>
                <a:lnTo>
                  <a:pt x="0" y="0"/>
                </a:lnTo>
                <a:lnTo>
                  <a:pt x="0" y="7127527"/>
                </a:lnTo>
                <a:lnTo>
                  <a:pt x="11979038" y="7127527"/>
                </a:lnTo>
                <a:lnTo>
                  <a:pt x="119790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45369" y="1829707"/>
            <a:ext cx="12397261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195">
                <a:solidFill>
                  <a:srgbClr val="EA926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2620375">
            <a:off x="-3762979" y="-1231160"/>
            <a:ext cx="9100772" cy="4500528"/>
          </a:xfrm>
          <a:custGeom>
            <a:avLst/>
            <a:gdLst/>
            <a:ahLst/>
            <a:cxnLst/>
            <a:rect r="r" b="b" t="t" l="l"/>
            <a:pathLst>
              <a:path h="4500528" w="9100772">
                <a:moveTo>
                  <a:pt x="0" y="0"/>
                </a:moveTo>
                <a:lnTo>
                  <a:pt x="9100772" y="0"/>
                </a:lnTo>
                <a:lnTo>
                  <a:pt x="9100772" y="4500528"/>
                </a:lnTo>
                <a:lnTo>
                  <a:pt x="0" y="450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34" b="-12944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true" rot="-7611712">
            <a:off x="13654322" y="-945318"/>
            <a:ext cx="9100772" cy="4500528"/>
          </a:xfrm>
          <a:custGeom>
            <a:avLst/>
            <a:gdLst/>
            <a:ahLst/>
            <a:cxnLst/>
            <a:rect r="r" b="b" t="t" l="l"/>
            <a:pathLst>
              <a:path h="4500528" w="9100772">
                <a:moveTo>
                  <a:pt x="9100772" y="4500528"/>
                </a:moveTo>
                <a:lnTo>
                  <a:pt x="0" y="4500528"/>
                </a:lnTo>
                <a:lnTo>
                  <a:pt x="0" y="0"/>
                </a:lnTo>
                <a:lnTo>
                  <a:pt x="9100772" y="0"/>
                </a:lnTo>
                <a:lnTo>
                  <a:pt x="9100772" y="45005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34" b="-12944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2700000">
            <a:off x="-3981711" y="-3578935"/>
            <a:ext cx="10020822" cy="8229600"/>
          </a:xfrm>
          <a:custGeom>
            <a:avLst/>
            <a:gdLst/>
            <a:ahLst/>
            <a:cxnLst/>
            <a:rect r="r" b="b" t="t" l="l"/>
            <a:pathLst>
              <a:path h="8229600" w="10020822">
                <a:moveTo>
                  <a:pt x="0" y="0"/>
                </a:moveTo>
                <a:lnTo>
                  <a:pt x="10020822" y="0"/>
                </a:lnTo>
                <a:lnTo>
                  <a:pt x="100208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140613" y="6072317"/>
            <a:ext cx="4925747" cy="5425330"/>
          </a:xfrm>
          <a:custGeom>
            <a:avLst/>
            <a:gdLst/>
            <a:ahLst/>
            <a:cxnLst/>
            <a:rect r="r" b="b" t="t" l="l"/>
            <a:pathLst>
              <a:path h="5425330" w="4925747">
                <a:moveTo>
                  <a:pt x="0" y="0"/>
                </a:moveTo>
                <a:lnTo>
                  <a:pt x="4925748" y="0"/>
                </a:lnTo>
                <a:lnTo>
                  <a:pt x="4925748" y="5425330"/>
                </a:lnTo>
                <a:lnTo>
                  <a:pt x="0" y="54253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32991" y="3731532"/>
            <a:ext cx="4615409" cy="4203134"/>
            <a:chOff x="0" y="0"/>
            <a:chExt cx="1215581" cy="11069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5581" cy="1106998"/>
            </a:xfrm>
            <a:custGeom>
              <a:avLst/>
              <a:gdLst/>
              <a:ahLst/>
              <a:cxnLst/>
              <a:rect r="r" b="b" t="t" l="l"/>
              <a:pathLst>
                <a:path h="1106998" w="1215581">
                  <a:moveTo>
                    <a:pt x="0" y="0"/>
                  </a:moveTo>
                  <a:lnTo>
                    <a:pt x="1215581" y="0"/>
                  </a:lnTo>
                  <a:lnTo>
                    <a:pt x="1215581" y="1106998"/>
                  </a:lnTo>
                  <a:lnTo>
                    <a:pt x="0" y="1106998"/>
                  </a:lnTo>
                  <a:close/>
                </a:path>
              </a:pathLst>
            </a:custGeom>
            <a:ln w="38100" cap="sq">
              <a:solidFill>
                <a:srgbClr val="EA9267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215581" cy="1164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086600" y="381986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42299" y="4995732"/>
            <a:ext cx="4196794" cy="267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</a:pPr>
            <a:r>
              <a:rPr lang="en-US" b="true" sz="2499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Many tech users aren’t able to check the strength of their passwords, which makes it easy for hackers to guess the passwords.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48970" y="3913383"/>
            <a:ext cx="1583451" cy="110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5"/>
              </a:lnSpc>
            </a:pPr>
            <a:r>
              <a:rPr lang="en-US" sz="6296">
                <a:solidFill>
                  <a:srgbClr val="EA9267"/>
                </a:solidFill>
                <a:latin typeface="Sanchez"/>
                <a:ea typeface="Sanchez"/>
                <a:cs typeface="Sanchez"/>
                <a:sym typeface="Sanchez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63996" y="3913383"/>
            <a:ext cx="1365737" cy="110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5"/>
              </a:lnSpc>
            </a:pPr>
            <a:r>
              <a:rPr lang="en-US" sz="6296">
                <a:solidFill>
                  <a:srgbClr val="EA9267"/>
                </a:solidFill>
                <a:latin typeface="Sanchez"/>
                <a:ea typeface="Sanchez"/>
                <a:cs typeface="Sanchez"/>
                <a:sym typeface="Sanchez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57775" y="4995732"/>
            <a:ext cx="3778179" cy="267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</a:pPr>
            <a:r>
              <a:rPr lang="en-US" b="true" sz="2499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Other tech users lose track of their passwords due to being forgetful or not having a secure place to store the passwords.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0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999027" y="3702768"/>
            <a:ext cx="132294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661776" y="-464928"/>
            <a:ext cx="9888632" cy="9959176"/>
          </a:xfrm>
          <a:custGeom>
            <a:avLst/>
            <a:gdLst/>
            <a:ahLst/>
            <a:cxnLst/>
            <a:rect r="r" b="b" t="t" l="l"/>
            <a:pathLst>
              <a:path h="9959176" w="9888632">
                <a:moveTo>
                  <a:pt x="0" y="0"/>
                </a:moveTo>
                <a:lnTo>
                  <a:pt x="9888632" y="0"/>
                </a:lnTo>
                <a:lnTo>
                  <a:pt x="9888632" y="9959176"/>
                </a:lnTo>
                <a:lnTo>
                  <a:pt x="0" y="9959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0689336">
            <a:off x="12771711" y="1433899"/>
            <a:ext cx="8975178" cy="10028131"/>
          </a:xfrm>
          <a:custGeom>
            <a:avLst/>
            <a:gdLst/>
            <a:ahLst/>
            <a:cxnLst/>
            <a:rect r="r" b="b" t="t" l="l"/>
            <a:pathLst>
              <a:path h="10028131" w="8975178">
                <a:moveTo>
                  <a:pt x="0" y="0"/>
                </a:moveTo>
                <a:lnTo>
                  <a:pt x="8975178" y="0"/>
                </a:lnTo>
                <a:lnTo>
                  <a:pt x="8975178" y="10028131"/>
                </a:lnTo>
                <a:lnTo>
                  <a:pt x="0" y="1002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6081" y="1518893"/>
            <a:ext cx="10305247" cy="85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000" spc="195">
                <a:solidFill>
                  <a:srgbClr val="EA926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IMPORTANCE OF PROBLEM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633159">
            <a:off x="-8015597" y="1029326"/>
            <a:ext cx="9888632" cy="9959176"/>
          </a:xfrm>
          <a:custGeom>
            <a:avLst/>
            <a:gdLst/>
            <a:ahLst/>
            <a:cxnLst/>
            <a:rect r="r" b="b" t="t" l="l"/>
            <a:pathLst>
              <a:path h="9959176" w="9888632">
                <a:moveTo>
                  <a:pt x="0" y="0"/>
                </a:moveTo>
                <a:lnTo>
                  <a:pt x="9888632" y="0"/>
                </a:lnTo>
                <a:lnTo>
                  <a:pt x="9888632" y="9959176"/>
                </a:lnTo>
                <a:lnTo>
                  <a:pt x="0" y="9959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772293" y="6576701"/>
            <a:ext cx="3209034" cy="3334061"/>
          </a:xfrm>
          <a:custGeom>
            <a:avLst/>
            <a:gdLst/>
            <a:ahLst/>
            <a:cxnLst/>
            <a:rect r="r" b="b" t="t" l="l"/>
            <a:pathLst>
              <a:path h="3334061" w="3209034">
                <a:moveTo>
                  <a:pt x="0" y="0"/>
                </a:moveTo>
                <a:lnTo>
                  <a:pt x="3209034" y="0"/>
                </a:lnTo>
                <a:lnTo>
                  <a:pt x="3209034" y="3334062"/>
                </a:lnTo>
                <a:lnTo>
                  <a:pt x="0" y="3334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8547744" y="3773283"/>
            <a:ext cx="132294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999027" y="6702833"/>
            <a:ext cx="3081798" cy="3081798"/>
          </a:xfrm>
          <a:custGeom>
            <a:avLst/>
            <a:gdLst/>
            <a:ahLst/>
            <a:cxnLst/>
            <a:rect r="r" b="b" t="t" l="l"/>
            <a:pathLst>
              <a:path h="3081798" w="3081798">
                <a:moveTo>
                  <a:pt x="0" y="0"/>
                </a:moveTo>
                <a:lnTo>
                  <a:pt x="3081798" y="0"/>
                </a:lnTo>
                <a:lnTo>
                  <a:pt x="3081798" y="3081798"/>
                </a:lnTo>
                <a:lnTo>
                  <a:pt x="0" y="30817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99027" y="3869230"/>
            <a:ext cx="3829677" cy="257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9"/>
              </a:lnSpc>
            </a:pPr>
            <a:r>
              <a:rPr lang="en-US" sz="3999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Prevents:</a:t>
            </a:r>
          </a:p>
          <a:p>
            <a:pPr algn="l">
              <a:lnSpc>
                <a:spcPts val="6919"/>
              </a:lnSpc>
            </a:pPr>
            <a:r>
              <a:rPr lang="en-US" sz="3999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- Cyber attacks</a:t>
            </a:r>
          </a:p>
          <a:p>
            <a:pPr algn="l">
              <a:lnSpc>
                <a:spcPts val="6919"/>
              </a:lnSpc>
            </a:pPr>
            <a:r>
              <a:rPr lang="en-US" b="true" sz="3999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- Data breaches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47744" y="3939744"/>
            <a:ext cx="3829677" cy="257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9"/>
              </a:lnSpc>
            </a:pPr>
            <a:r>
              <a:rPr lang="en-US" sz="3999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Concretes:</a:t>
            </a:r>
          </a:p>
          <a:p>
            <a:pPr algn="l">
              <a:lnSpc>
                <a:spcPts val="6919"/>
              </a:lnSpc>
            </a:pPr>
            <a:r>
              <a:rPr lang="en-US" sz="3999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- Privacy</a:t>
            </a:r>
          </a:p>
          <a:p>
            <a:pPr algn="l">
              <a:lnSpc>
                <a:spcPts val="6919"/>
              </a:lnSpc>
            </a:pPr>
            <a:r>
              <a:rPr lang="en-US" b="true" sz="3999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- Trust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0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66913">
            <a:off x="458922" y="2966242"/>
            <a:ext cx="20477644" cy="14641516"/>
          </a:xfrm>
          <a:custGeom>
            <a:avLst/>
            <a:gdLst/>
            <a:ahLst/>
            <a:cxnLst/>
            <a:rect r="r" b="b" t="t" l="l"/>
            <a:pathLst>
              <a:path h="14641516" w="20477644">
                <a:moveTo>
                  <a:pt x="0" y="0"/>
                </a:moveTo>
                <a:lnTo>
                  <a:pt x="20477645" y="0"/>
                </a:lnTo>
                <a:lnTo>
                  <a:pt x="20477645" y="14641516"/>
                </a:lnTo>
                <a:lnTo>
                  <a:pt x="0" y="14641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862" y="925196"/>
            <a:ext cx="163963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160611" y="5176076"/>
            <a:ext cx="301576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131841" y="-1915390"/>
            <a:ext cx="10020822" cy="8229600"/>
          </a:xfrm>
          <a:custGeom>
            <a:avLst/>
            <a:gdLst/>
            <a:ahLst/>
            <a:cxnLst/>
            <a:rect r="r" b="b" t="t" l="l"/>
            <a:pathLst>
              <a:path h="8229600" w="10020822">
                <a:moveTo>
                  <a:pt x="0" y="0"/>
                </a:moveTo>
                <a:lnTo>
                  <a:pt x="10020822" y="0"/>
                </a:lnTo>
                <a:lnTo>
                  <a:pt x="100208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6813944" y="5171313"/>
            <a:ext cx="1729877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862" y="1073775"/>
            <a:ext cx="15788204" cy="85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000" spc="195">
                <a:solidFill>
                  <a:srgbClr val="EA926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37178"/>
            <a:ext cx="13300365" cy="93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15"/>
              </a:lnSpc>
              <a:spcBef>
                <a:spcPct val="0"/>
              </a:spcBef>
            </a:pPr>
            <a:r>
              <a:rPr lang="en-US" sz="5000" u="sng">
                <a:solidFill>
                  <a:srgbClr val="FFFFFF"/>
                </a:solidFill>
                <a:latin typeface="Sanchez"/>
                <a:ea typeface="Sanchez"/>
                <a:cs typeface="Sanchez"/>
                <a:sym typeface="Sanchez"/>
              </a:rPr>
              <a:t>Password Central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438013"/>
            <a:ext cx="5122251" cy="1954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957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Random Password Generator</a:t>
            </a:r>
          </a:p>
          <a:p>
            <a:pPr algn="l" marL="539749" indent="-269875" lvl="1">
              <a:lnSpc>
                <a:spcPts val="3957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Password Strength Checker w/ Suggestions</a:t>
            </a:r>
          </a:p>
          <a:p>
            <a:pPr algn="l" marL="539749" indent="-269875" lvl="1">
              <a:lnSpc>
                <a:spcPts val="395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Password Saver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0611" y="4478479"/>
            <a:ext cx="4133604" cy="539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3000" spc="141">
                <a:solidFill>
                  <a:srgbClr val="FFFFFF"/>
                </a:solidFill>
                <a:latin typeface="Sanchez"/>
                <a:ea typeface="Sanchez"/>
                <a:cs typeface="Sanchez"/>
                <a:sym typeface="Sanchez"/>
              </a:rPr>
              <a:t>CORE FEATURES: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12071" y="5438013"/>
            <a:ext cx="7058649" cy="964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957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Login Page</a:t>
            </a:r>
          </a:p>
          <a:p>
            <a:pPr algn="l" marL="539749" indent="-269875" lvl="1">
              <a:lnSpc>
                <a:spcPts val="395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Information Page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13944" y="4478479"/>
            <a:ext cx="2943876" cy="539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3000" spc="141">
                <a:solidFill>
                  <a:srgbClr val="FFFFFF"/>
                </a:solidFill>
                <a:latin typeface="Sanchez"/>
                <a:ea typeface="Sanchez"/>
                <a:cs typeface="Sanchez"/>
                <a:sym typeface="Sanchez"/>
              </a:rPr>
              <a:t>ADD-ONS: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697744" y="1028700"/>
            <a:ext cx="4767492" cy="4114800"/>
          </a:xfrm>
          <a:custGeom>
            <a:avLst/>
            <a:gdLst/>
            <a:ahLst/>
            <a:cxnLst/>
            <a:rect r="r" b="b" t="t" l="l"/>
            <a:pathLst>
              <a:path h="4114800" w="4767492">
                <a:moveTo>
                  <a:pt x="0" y="0"/>
                </a:moveTo>
                <a:lnTo>
                  <a:pt x="4767493" y="0"/>
                </a:lnTo>
                <a:lnTo>
                  <a:pt x="47674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638" t="-16781" r="-9666" b="-19945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0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69527">
            <a:off x="13777439" y="3645056"/>
            <a:ext cx="10151296" cy="5020035"/>
          </a:xfrm>
          <a:custGeom>
            <a:avLst/>
            <a:gdLst/>
            <a:ahLst/>
            <a:cxnLst/>
            <a:rect r="r" b="b" t="t" l="l"/>
            <a:pathLst>
              <a:path h="5020035" w="10151296">
                <a:moveTo>
                  <a:pt x="0" y="0"/>
                </a:moveTo>
                <a:lnTo>
                  <a:pt x="10151296" y="0"/>
                </a:lnTo>
                <a:lnTo>
                  <a:pt x="10151296" y="5020035"/>
                </a:lnTo>
                <a:lnTo>
                  <a:pt x="0" y="5020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34" b="-1294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37769">
            <a:off x="-5508075" y="4288992"/>
            <a:ext cx="10908441" cy="5394460"/>
          </a:xfrm>
          <a:custGeom>
            <a:avLst/>
            <a:gdLst/>
            <a:ahLst/>
            <a:cxnLst/>
            <a:rect r="r" b="b" t="t" l="l"/>
            <a:pathLst>
              <a:path h="5394460" w="10908441">
                <a:moveTo>
                  <a:pt x="0" y="0"/>
                </a:moveTo>
                <a:lnTo>
                  <a:pt x="10908441" y="0"/>
                </a:lnTo>
                <a:lnTo>
                  <a:pt x="10908441" y="5394459"/>
                </a:lnTo>
                <a:lnTo>
                  <a:pt x="0" y="53944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34" b="-12944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24471" y="-2981378"/>
            <a:ext cx="6409034" cy="6409034"/>
          </a:xfrm>
          <a:custGeom>
            <a:avLst/>
            <a:gdLst/>
            <a:ahLst/>
            <a:cxnLst/>
            <a:rect r="r" b="b" t="t" l="l"/>
            <a:pathLst>
              <a:path h="6409034" w="6409034">
                <a:moveTo>
                  <a:pt x="0" y="0"/>
                </a:moveTo>
                <a:lnTo>
                  <a:pt x="6409035" y="0"/>
                </a:lnTo>
                <a:lnTo>
                  <a:pt x="6409035" y="6409035"/>
                </a:lnTo>
                <a:lnTo>
                  <a:pt x="0" y="64090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676076">
            <a:off x="-5266249" y="-3327390"/>
            <a:ext cx="8829691" cy="9934955"/>
          </a:xfrm>
          <a:custGeom>
            <a:avLst/>
            <a:gdLst/>
            <a:ahLst/>
            <a:cxnLst/>
            <a:rect r="r" b="b" t="t" l="l"/>
            <a:pathLst>
              <a:path h="9934955" w="8829691">
                <a:moveTo>
                  <a:pt x="0" y="0"/>
                </a:moveTo>
                <a:lnTo>
                  <a:pt x="8829692" y="0"/>
                </a:lnTo>
                <a:lnTo>
                  <a:pt x="8829692" y="9934955"/>
                </a:lnTo>
                <a:lnTo>
                  <a:pt x="0" y="99349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-2981378"/>
            <a:ext cx="10979074" cy="6409034"/>
          </a:xfrm>
          <a:custGeom>
            <a:avLst/>
            <a:gdLst/>
            <a:ahLst/>
            <a:cxnLst/>
            <a:rect r="r" b="b" t="t" l="l"/>
            <a:pathLst>
              <a:path h="6409034" w="10979074">
                <a:moveTo>
                  <a:pt x="0" y="0"/>
                </a:moveTo>
                <a:lnTo>
                  <a:pt x="10979074" y="0"/>
                </a:lnTo>
                <a:lnTo>
                  <a:pt x="10979074" y="6409035"/>
                </a:lnTo>
                <a:lnTo>
                  <a:pt x="0" y="6409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7917277" y="6164599"/>
            <a:ext cx="2453446" cy="0"/>
          </a:xfrm>
          <a:prstGeom prst="line">
            <a:avLst/>
          </a:prstGeom>
          <a:ln cap="flat" w="19050">
            <a:solidFill>
              <a:srgbClr val="EA92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4637356" y="5095875"/>
            <a:ext cx="901328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6000" spc="234">
                <a:solidFill>
                  <a:srgbClr val="EA926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LIVE DEMO!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0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8099" y="2899610"/>
            <a:ext cx="440981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661776" y="-464928"/>
            <a:ext cx="9888632" cy="9959176"/>
          </a:xfrm>
          <a:custGeom>
            <a:avLst/>
            <a:gdLst/>
            <a:ahLst/>
            <a:cxnLst/>
            <a:rect r="r" b="b" t="t" l="l"/>
            <a:pathLst>
              <a:path h="9959176" w="9888632">
                <a:moveTo>
                  <a:pt x="0" y="0"/>
                </a:moveTo>
                <a:lnTo>
                  <a:pt x="9888632" y="0"/>
                </a:lnTo>
                <a:lnTo>
                  <a:pt x="9888632" y="9959176"/>
                </a:lnTo>
                <a:lnTo>
                  <a:pt x="0" y="9959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0689336">
            <a:off x="12771711" y="1433899"/>
            <a:ext cx="8975178" cy="10028131"/>
          </a:xfrm>
          <a:custGeom>
            <a:avLst/>
            <a:gdLst/>
            <a:ahLst/>
            <a:cxnLst/>
            <a:rect r="r" b="b" t="t" l="l"/>
            <a:pathLst>
              <a:path h="10028131" w="8975178">
                <a:moveTo>
                  <a:pt x="0" y="0"/>
                </a:moveTo>
                <a:lnTo>
                  <a:pt x="8975178" y="0"/>
                </a:lnTo>
                <a:lnTo>
                  <a:pt x="8975178" y="10028131"/>
                </a:lnTo>
                <a:lnTo>
                  <a:pt x="0" y="1002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633159">
            <a:off x="-8015597" y="1029326"/>
            <a:ext cx="9888632" cy="9959176"/>
          </a:xfrm>
          <a:custGeom>
            <a:avLst/>
            <a:gdLst/>
            <a:ahLst/>
            <a:cxnLst/>
            <a:rect r="r" b="b" t="t" l="l"/>
            <a:pathLst>
              <a:path h="9959176" w="9888632">
                <a:moveTo>
                  <a:pt x="0" y="0"/>
                </a:moveTo>
                <a:lnTo>
                  <a:pt x="9888632" y="0"/>
                </a:lnTo>
                <a:lnTo>
                  <a:pt x="9888632" y="9959176"/>
                </a:lnTo>
                <a:lnTo>
                  <a:pt x="0" y="9959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199951" y="3962626"/>
            <a:ext cx="6758655" cy="6035507"/>
          </a:xfrm>
          <a:custGeom>
            <a:avLst/>
            <a:gdLst/>
            <a:ahLst/>
            <a:cxnLst/>
            <a:rect r="r" b="b" t="t" l="l"/>
            <a:pathLst>
              <a:path h="6035507" w="6758655">
                <a:moveTo>
                  <a:pt x="0" y="0"/>
                </a:moveTo>
                <a:lnTo>
                  <a:pt x="6758655" y="0"/>
                </a:lnTo>
                <a:lnTo>
                  <a:pt x="6758655" y="6035507"/>
                </a:lnTo>
                <a:lnTo>
                  <a:pt x="0" y="6035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204" t="-13146" r="-30165" b="-519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08099" y="3174365"/>
            <a:ext cx="8991852" cy="608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9"/>
              </a:lnSpc>
            </a:pPr>
            <a:r>
              <a:rPr lang="en-US" sz="3999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- Publish website</a:t>
            </a:r>
          </a:p>
          <a:p>
            <a:pPr algn="l">
              <a:lnSpc>
                <a:spcPts val="6919"/>
              </a:lnSpc>
            </a:pPr>
            <a:r>
              <a:rPr lang="en-US" sz="3999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- Save passwords to phone</a:t>
            </a:r>
          </a:p>
          <a:p>
            <a:pPr algn="l">
              <a:lnSpc>
                <a:spcPts val="6919"/>
              </a:lnSpc>
            </a:pPr>
            <a:r>
              <a:rPr lang="en-US" sz="3999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- Connect Password Central to other apps</a:t>
            </a:r>
          </a:p>
          <a:p>
            <a:pPr algn="l">
              <a:lnSpc>
                <a:spcPts val="6919"/>
              </a:lnSpc>
            </a:pPr>
            <a:r>
              <a:rPr lang="en-US" b="true" sz="3999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- Add text entry to describe for what account the password is for (Retail, Banking, Dining, etc)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8099" y="1430510"/>
            <a:ext cx="10305247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000" spc="195">
                <a:solidFill>
                  <a:srgbClr val="EA926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STEPS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0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69527">
            <a:off x="13777439" y="3645056"/>
            <a:ext cx="10151296" cy="5020035"/>
          </a:xfrm>
          <a:custGeom>
            <a:avLst/>
            <a:gdLst/>
            <a:ahLst/>
            <a:cxnLst/>
            <a:rect r="r" b="b" t="t" l="l"/>
            <a:pathLst>
              <a:path h="5020035" w="10151296">
                <a:moveTo>
                  <a:pt x="0" y="0"/>
                </a:moveTo>
                <a:lnTo>
                  <a:pt x="10151296" y="0"/>
                </a:lnTo>
                <a:lnTo>
                  <a:pt x="10151296" y="5020035"/>
                </a:lnTo>
                <a:lnTo>
                  <a:pt x="0" y="5020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34" b="-1294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37769">
            <a:off x="-5508075" y="4288992"/>
            <a:ext cx="10908441" cy="5394460"/>
          </a:xfrm>
          <a:custGeom>
            <a:avLst/>
            <a:gdLst/>
            <a:ahLst/>
            <a:cxnLst/>
            <a:rect r="r" b="b" t="t" l="l"/>
            <a:pathLst>
              <a:path h="5394460" w="10908441">
                <a:moveTo>
                  <a:pt x="0" y="0"/>
                </a:moveTo>
                <a:lnTo>
                  <a:pt x="10908441" y="0"/>
                </a:lnTo>
                <a:lnTo>
                  <a:pt x="10908441" y="5394459"/>
                </a:lnTo>
                <a:lnTo>
                  <a:pt x="0" y="53944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34" b="-12944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24471" y="-2981378"/>
            <a:ext cx="6409034" cy="6409034"/>
          </a:xfrm>
          <a:custGeom>
            <a:avLst/>
            <a:gdLst/>
            <a:ahLst/>
            <a:cxnLst/>
            <a:rect r="r" b="b" t="t" l="l"/>
            <a:pathLst>
              <a:path h="6409034" w="6409034">
                <a:moveTo>
                  <a:pt x="0" y="0"/>
                </a:moveTo>
                <a:lnTo>
                  <a:pt x="6409035" y="0"/>
                </a:lnTo>
                <a:lnTo>
                  <a:pt x="6409035" y="6409035"/>
                </a:lnTo>
                <a:lnTo>
                  <a:pt x="0" y="64090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676076">
            <a:off x="-5266249" y="-3327390"/>
            <a:ext cx="8829691" cy="9934955"/>
          </a:xfrm>
          <a:custGeom>
            <a:avLst/>
            <a:gdLst/>
            <a:ahLst/>
            <a:cxnLst/>
            <a:rect r="r" b="b" t="t" l="l"/>
            <a:pathLst>
              <a:path h="9934955" w="8829691">
                <a:moveTo>
                  <a:pt x="0" y="0"/>
                </a:moveTo>
                <a:lnTo>
                  <a:pt x="8829692" y="0"/>
                </a:lnTo>
                <a:lnTo>
                  <a:pt x="8829692" y="9934955"/>
                </a:lnTo>
                <a:lnTo>
                  <a:pt x="0" y="99349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-2981378"/>
            <a:ext cx="10979074" cy="6409034"/>
          </a:xfrm>
          <a:custGeom>
            <a:avLst/>
            <a:gdLst/>
            <a:ahLst/>
            <a:cxnLst/>
            <a:rect r="r" b="b" t="t" l="l"/>
            <a:pathLst>
              <a:path h="6409034" w="10979074">
                <a:moveTo>
                  <a:pt x="0" y="0"/>
                </a:moveTo>
                <a:lnTo>
                  <a:pt x="10979074" y="0"/>
                </a:lnTo>
                <a:lnTo>
                  <a:pt x="10979074" y="6409035"/>
                </a:lnTo>
                <a:lnTo>
                  <a:pt x="0" y="6409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7917277" y="6164599"/>
            <a:ext cx="2453446" cy="0"/>
          </a:xfrm>
          <a:prstGeom prst="line">
            <a:avLst/>
          </a:prstGeom>
          <a:ln cap="flat" w="19050">
            <a:solidFill>
              <a:srgbClr val="EA92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4637356" y="4237214"/>
            <a:ext cx="90132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6000" spc="234">
                <a:solidFill>
                  <a:srgbClr val="EA926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THANK YOU FOR LISTENING!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DAHMqlf6VHM</dc:identifier>
  <dcterms:modified xsi:type="dcterms:W3CDTF">2011-08-01T06:04:30Z</dcterms:modified>
  <cp:revision>1</cp:revision>
  <dc:title>Password Central IT Camp Presentation</dc:title>
</cp:coreProperties>
</file>